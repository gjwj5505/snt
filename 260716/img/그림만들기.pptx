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E7F2CC-5F29-45AA-B07A-88023930F5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63454D3-2F13-47FE-A6A9-35320C9F04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CEB14A-F140-418A-90A7-37AF58B06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E27D0-5538-4765-83C4-8EF0A3BFF88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498A78-1A95-4274-BE62-FB1E55E55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40A43B-C475-4CC8-AE7C-0F47355D6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EC251-400B-4A8B-8A1E-E1CF43394D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5870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C333A4-EE1B-4914-82DA-68A3E7662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03DBBF-B292-429F-9F27-5CA482DF0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DFBC74-7F85-4B18-BBAB-A750A6561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E27D0-5538-4765-83C4-8EF0A3BFF88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0A1BB2-FA9F-477E-BF9F-C2173ECB6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83AEBF-4A19-43C5-9C44-FFD000469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EC251-400B-4A8B-8A1E-E1CF43394D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561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C0B24A-6288-4543-9521-0305A22EE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F5DE97-84E2-43A6-B201-CC0C734E2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BF8964-D9DA-435B-BE10-6D5D8702F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E27D0-5538-4765-83C4-8EF0A3BFF88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6DE615-5F48-46A7-AE96-6C615C3CB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1256DB-83D8-4FAE-A0EA-55CE4552F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EC251-400B-4A8B-8A1E-E1CF43394D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457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9D0952-CAED-42B7-B079-0AFF53B2F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360A5B-ABC1-443D-991D-8CE0FB4E76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55B338-158B-4E2B-851A-DBDD1D063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7F12A1-300C-47A8-84C9-F6332D860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E27D0-5538-4765-83C4-8EF0A3BFF88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8D90FF3-62D0-4D8E-8CD2-6DAFFEA9A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3FA2822-8F66-4707-B6FD-661773D48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EC251-400B-4A8B-8A1E-E1CF43394D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7116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4F86CB-FD81-4E64-8244-2216B7A67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49D858-6D54-4146-A344-8BD6361D5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0EBD59-212E-4DA8-8283-A5C745D9ED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8A23AC7-61AA-45F9-B7B5-9176393659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2068473-CADF-4A26-A27A-9E32A771AC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5683A16-905D-4DDD-A39A-87A585631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E27D0-5538-4765-83C4-8EF0A3BFF88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9A2381D-7DB6-40A6-BA66-4F71A8513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4D3D9EB-0420-4751-BEF1-15332CBF7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EC251-400B-4A8B-8A1E-E1CF43394D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422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01C915-EB40-4AC8-B300-029E67700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42A87F3-F2CE-4973-8ED6-22BDF359F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E27D0-5538-4765-83C4-8EF0A3BFF88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74C5DA-B2EE-4531-B3EE-C89134CDB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DFB21CE-8A14-4FBF-9527-31802FD99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EC251-400B-4A8B-8A1E-E1CF43394D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3347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B742213-6EE6-4166-9BE2-152FF44E8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E27D0-5538-4765-83C4-8EF0A3BFF88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34D340-F479-4DC2-8A5F-522163652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1FFE4A-9ADA-48C1-B3CF-98D852B28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EC251-400B-4A8B-8A1E-E1CF43394D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5050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139A14-2579-4FA9-B2C9-08B5CE7E4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B0B568-73AB-48A4-9382-D12A3B3C9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ADCFEC-78D8-49E0-BC20-3ED7BA83E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9EB030-8EC4-4149-B9BC-274651D11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E27D0-5538-4765-83C4-8EF0A3BFF88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87F8AB8-980F-4979-8E07-CA8562ED2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151B21-B77A-4FBE-9D43-C8CF797B5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EC251-400B-4A8B-8A1E-E1CF43394D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3264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8B9FFD-1A04-4556-A252-F081BCC52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839F23E-EFE9-4666-85A2-CF6965D48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5628B1-2943-4905-B76B-1A14B84FB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4C39F1D-CCD5-437E-8E3D-E056C43AA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E27D0-5538-4765-83C4-8EF0A3BFF88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B3E916-A415-46CF-9395-7CA5C603D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0B0658-10A9-4254-AC25-3F6F39D5A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EC251-400B-4A8B-8A1E-E1CF43394D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166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9E76F6-C57C-412F-89AD-CCA46DB8E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0E06FD0-DAFE-4BFA-8269-A179C634E2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C863D4-4C28-4F97-8D74-64B17B9F0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E27D0-5538-4765-83C4-8EF0A3BFF88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BA7520-7AC1-480F-B8D3-371201F2F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04305B-7111-4F95-AF76-BC78BDF13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EC251-400B-4A8B-8A1E-E1CF43394D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4160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42CE856-EDBC-48D3-B635-1B3CBAF2A4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5A1DA7B-5852-4025-BEA8-0CBAD1FD3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450466-E29F-445C-B8B3-1D077A7DB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E27D0-5538-4765-83C4-8EF0A3BFF88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BFD623-B63E-4BDA-ABAC-0B59B975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45368E-1962-4D16-8CCE-08D22572B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EC251-400B-4A8B-8A1E-E1CF43394D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7182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E66654-B1B9-47FE-8661-6A7FB7987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7CFEAB-31D8-4778-87D8-B761E919C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6FADEC-0F6F-4B81-980D-772E689BB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DE27D0-5538-4765-83C4-8EF0A3BFF88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F6672A-75DA-4F6F-B9BC-635DC72A42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D6127A-539E-4844-894A-AF1A717FAB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EEC251-400B-4A8B-8A1E-E1CF43394D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70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9426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JungWonJun</dc:creator>
  <cp:lastModifiedBy>JungWonJun</cp:lastModifiedBy>
  <cp:revision>1</cp:revision>
  <dcterms:created xsi:type="dcterms:W3CDTF">2026-07-09T11:10:43Z</dcterms:created>
  <dcterms:modified xsi:type="dcterms:W3CDTF">2026-07-09T11:10:58Z</dcterms:modified>
</cp:coreProperties>
</file>