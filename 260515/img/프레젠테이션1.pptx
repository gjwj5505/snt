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4" r:id="rId4"/>
    <p:sldId id="265" r:id="rId5"/>
    <p:sldId id="266" r:id="rId6"/>
    <p:sldId id="256" r:id="rId7"/>
    <p:sldId id="257" r:id="rId8"/>
    <p:sldId id="258" r:id="rId9"/>
    <p:sldId id="259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gWonJun" initials="J" lastIdx="1" clrIdx="0">
    <p:extLst>
      <p:ext uri="{19B8F6BF-5375-455C-9EA6-DF929625EA0E}">
        <p15:presenceInfo xmlns:p15="http://schemas.microsoft.com/office/powerpoint/2012/main" userId="82bb2d5453a716e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-48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A12AB0-F91F-411C-A31B-02597E35C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C348D4-B916-439D-952D-FFF5934BE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B541E3-D79A-48E6-A8EC-338606B90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D867E-6BEF-473A-A80E-9CC9B498A8B0}" type="datetimeFigureOut">
              <a:rPr lang="ko-KR" altLang="en-US" smtClean="0"/>
              <a:t>2026-05-14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F03173-A7E1-4983-9F4F-32903177C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DB79E5-4C3C-4372-B345-20F34B541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1369-87DB-400A-8B90-97BD4149641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6660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B6A0C-488C-4487-9DB9-9031746EA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2086A4-AAAC-44EB-9289-0F92C9300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EF97B6-BA71-4207-995C-65A5D02DB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D867E-6BEF-473A-A80E-9CC9B498A8B0}" type="datetimeFigureOut">
              <a:rPr lang="ko-KR" altLang="en-US" smtClean="0"/>
              <a:t>2026-05-14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778646-CB09-4836-9FD1-4E93E9A6C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AC9C20-668F-4334-8D80-63CE9E0BA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1369-87DB-400A-8B90-97BD4149641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9210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6FB375-400E-4E1B-83B9-41928282D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20A2E5-1757-4C14-BBEC-AF22CBC09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583F7C-7F20-4868-99C2-6F0746E31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D867E-6BEF-473A-A80E-9CC9B498A8B0}" type="datetimeFigureOut">
              <a:rPr lang="ko-KR" altLang="en-US" smtClean="0"/>
              <a:t>2026-05-14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24E7DB-379C-449F-A36F-371517B76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3C5443-53F0-47C5-AA1E-433E8BA13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1369-87DB-400A-8B90-97BD4149641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2191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7D4FB-9906-4A35-90D8-7F270E6EB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D25463-254F-42E4-A104-AD1F711D4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3BDE37-56A1-4B62-84D8-4469BFCA6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10CF14-9120-4B8C-9608-890F2B926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D867E-6BEF-473A-A80E-9CC9B498A8B0}" type="datetimeFigureOut">
              <a:rPr lang="ko-KR" altLang="en-US" smtClean="0"/>
              <a:t>2026-05-14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D93E37-B1EB-4799-BAE1-CCF99D450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84E280-75F9-437E-98F0-17735C415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1369-87DB-400A-8B90-97BD4149641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4650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2B06D-9A31-41F9-A672-95A6137F0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7A879C-99CE-48A4-81DA-B0E6A61CE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3292AF-05D7-467B-8503-F87D26BAD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53FEF7-1643-407F-B36E-F3C0BE5934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FE40ACF-CD7B-4FBE-B20A-9A6FBE0919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352E919-E98B-4976-9C4F-CC9BA21A9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D867E-6BEF-473A-A80E-9CC9B498A8B0}" type="datetimeFigureOut">
              <a:rPr lang="ko-KR" altLang="en-US" smtClean="0"/>
              <a:t>2026-05-14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DF0199D-5361-47A8-AF8C-388ECA976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3FB4CF5-2834-43C7-B838-50CAAC50E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1369-87DB-400A-8B90-97BD4149641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869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AF59B2-E06E-4C9E-B876-7636992D1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36FF0FA-ABFC-498F-A98A-E4867DF0D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D867E-6BEF-473A-A80E-9CC9B498A8B0}" type="datetimeFigureOut">
              <a:rPr lang="ko-KR" altLang="en-US" smtClean="0"/>
              <a:t>2026-05-14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48A9166-B956-43AA-9977-668A4E5A0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3104F2-264A-43BE-9D39-746E497E9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1369-87DB-400A-8B90-97BD4149641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6920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57D3BA9-D819-4941-8E57-C2DF32A10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D867E-6BEF-473A-A80E-9CC9B498A8B0}" type="datetimeFigureOut">
              <a:rPr lang="ko-KR" altLang="en-US" smtClean="0"/>
              <a:t>2026-05-14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A11DD58-2357-4896-B461-46A40110E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C5F589-5EA5-433E-A742-3E42B93A9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1369-87DB-400A-8B90-97BD4149641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217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6EAA0-4A76-48A2-A3D5-FF3E0A423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514054-DC8C-49A2-940D-281004FA5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307790-9ABB-4F48-A7F0-7072A5273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2ED4B3-232C-4938-9D89-7212BEEB8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D867E-6BEF-473A-A80E-9CC9B498A8B0}" type="datetimeFigureOut">
              <a:rPr lang="ko-KR" altLang="en-US" smtClean="0"/>
              <a:t>2026-05-14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5B2462-3646-4977-9499-4E26DB491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A509C8-2500-4A80-BD7E-7CB250DBB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1369-87DB-400A-8B90-97BD4149641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4402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3F094-E2B8-4F9B-8A5E-C1F204872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DE6073F-D519-44BD-B173-C2028C48D6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EA67F0-C42D-4F93-BDF2-F277114CB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D46927-73E8-4014-8BA2-9FB608B9B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D867E-6BEF-473A-A80E-9CC9B498A8B0}" type="datetimeFigureOut">
              <a:rPr lang="ko-KR" altLang="en-US" smtClean="0"/>
              <a:t>2026-05-14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9800E7-93B2-4BC0-B6D9-949BF1159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A916B1-E96A-4646-A9D7-60B18C2C5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1369-87DB-400A-8B90-97BD4149641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4278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49A11F-779C-4D0B-8B54-CF6784152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397296-4506-4D4C-A8C7-0CFC806C1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CE5F26-7D09-466A-ADD7-828DAF522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D867E-6BEF-473A-A80E-9CC9B498A8B0}" type="datetimeFigureOut">
              <a:rPr lang="ko-KR" altLang="en-US" smtClean="0"/>
              <a:t>2026-05-14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4091B9-36D0-478C-8BAE-F28D23518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54A68-14C9-4C2F-B24A-384608CB3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1369-87DB-400A-8B90-97BD4149641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7573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9B3EC86-77D3-4EA8-BD99-2A048B07A9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5FC5F1-5235-495A-8598-16BA839BC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2064D2-C0DC-41E3-95CB-B46F8AEDE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D867E-6BEF-473A-A80E-9CC9B498A8B0}" type="datetimeFigureOut">
              <a:rPr lang="ko-KR" altLang="en-US" smtClean="0"/>
              <a:t>2026-05-14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859539-71B9-4F40-86AA-1850B33EE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6AFB8E-DFBC-43FD-9407-64E5F9D35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1369-87DB-400A-8B90-97BD4149641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3993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B725B6-9251-410E-8869-1C4D6F949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93A90C-006E-4B6E-876E-A137281AF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5A7E52-FCBD-413F-8918-8F614ECEA9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D867E-6BEF-473A-A80E-9CC9B498A8B0}" type="datetimeFigureOut">
              <a:rPr lang="ko-KR" altLang="en-US" smtClean="0"/>
              <a:t>2026-05-14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C8C31C-B01E-4668-B196-FDA7AE9B3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85C5D3-601B-4566-9E77-190BD197B4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A1369-87DB-400A-8B90-97BD4149641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5734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4A0F2749-14BE-481F-BD2A-B3C2E933819A}"/>
              </a:ext>
            </a:extLst>
          </p:cNvPr>
          <p:cNvSpPr/>
          <p:nvPr/>
        </p:nvSpPr>
        <p:spPr>
          <a:xfrm rot="10800000">
            <a:off x="2484458" y="0"/>
            <a:ext cx="8204223" cy="3333750"/>
          </a:xfrm>
          <a:prstGeom prst="round2Same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B2705B-2470-4E05-9563-9F4A9D6879E1}"/>
              </a:ext>
            </a:extLst>
          </p:cNvPr>
          <p:cNvSpPr txBox="1"/>
          <p:nvPr/>
        </p:nvSpPr>
        <p:spPr>
          <a:xfrm>
            <a:off x="4366705" y="654259"/>
            <a:ext cx="44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AB4A4A-21E3-425D-A37B-887F30EC083F}"/>
              </a:ext>
            </a:extLst>
          </p:cNvPr>
          <p:cNvSpPr txBox="1"/>
          <p:nvPr/>
        </p:nvSpPr>
        <p:spPr>
          <a:xfrm>
            <a:off x="2484458" y="293"/>
            <a:ext cx="1882247" cy="3693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프로그램 바구니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C2B11EF-046B-4FF4-A144-676D870792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73" r="65520" b="76352"/>
          <a:stretch/>
        </p:blipFill>
        <p:spPr>
          <a:xfrm>
            <a:off x="3454498" y="1724688"/>
            <a:ext cx="922685" cy="254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0EC0A86-7F94-4671-BC51-4B30CE42FD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58" t="22650" r="57736" b="59094"/>
          <a:stretch/>
        </p:blipFill>
        <p:spPr>
          <a:xfrm>
            <a:off x="5890718" y="1148253"/>
            <a:ext cx="773507" cy="245666"/>
          </a:xfrm>
          <a:prstGeom prst="rect">
            <a:avLst/>
          </a:prstGeom>
          <a:ln w="12700">
            <a:noFill/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67148C3-05C6-4620-9A33-0B98F4BACB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42" t="40286" r="57736" b="41458"/>
          <a:stretch/>
        </p:blipFill>
        <p:spPr>
          <a:xfrm>
            <a:off x="7706629" y="408592"/>
            <a:ext cx="902365" cy="245667"/>
          </a:xfrm>
          <a:prstGeom prst="rect">
            <a:avLst/>
          </a:prstGeom>
          <a:ln w="12700">
            <a:noFill/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68450FA-D8BA-4C42-A0C9-50746AA010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118" t="73088" r="57736" b="6917"/>
          <a:stretch/>
        </p:blipFill>
        <p:spPr>
          <a:xfrm>
            <a:off x="9518081" y="1393919"/>
            <a:ext cx="833437" cy="269082"/>
          </a:xfrm>
          <a:prstGeom prst="rect">
            <a:avLst/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2398404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4A0F2749-14BE-481F-BD2A-B3C2E933819A}"/>
              </a:ext>
            </a:extLst>
          </p:cNvPr>
          <p:cNvSpPr/>
          <p:nvPr/>
        </p:nvSpPr>
        <p:spPr>
          <a:xfrm rot="10800000">
            <a:off x="2484458" y="0"/>
            <a:ext cx="8204223" cy="3333750"/>
          </a:xfrm>
          <a:prstGeom prst="round2Same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B2705B-2470-4E05-9563-9F4A9D6879E1}"/>
              </a:ext>
            </a:extLst>
          </p:cNvPr>
          <p:cNvSpPr txBox="1"/>
          <p:nvPr/>
        </p:nvSpPr>
        <p:spPr>
          <a:xfrm>
            <a:off x="4366705" y="654259"/>
            <a:ext cx="44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AB4A4A-21E3-425D-A37B-887F30EC083F}"/>
              </a:ext>
            </a:extLst>
          </p:cNvPr>
          <p:cNvSpPr txBox="1"/>
          <p:nvPr/>
        </p:nvSpPr>
        <p:spPr>
          <a:xfrm>
            <a:off x="2484458" y="293"/>
            <a:ext cx="1882247" cy="3693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프로그램 바구니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FE1C251-C485-4F69-B3AA-013161BA49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650" r="57736" b="9224"/>
          <a:stretch/>
        </p:blipFill>
        <p:spPr>
          <a:xfrm>
            <a:off x="6664225" y="4444442"/>
            <a:ext cx="1130965" cy="91678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C2B11EF-046B-4FF4-A144-676D870792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73" r="65520" b="76352"/>
          <a:stretch/>
        </p:blipFill>
        <p:spPr>
          <a:xfrm>
            <a:off x="3454498" y="1724688"/>
            <a:ext cx="922685" cy="254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00CE656-3EFD-4B8A-B88E-37571D2360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58" t="22650" r="57736" b="59094"/>
          <a:stretch/>
        </p:blipFill>
        <p:spPr>
          <a:xfrm>
            <a:off x="5890718" y="1148253"/>
            <a:ext cx="773507" cy="245666"/>
          </a:xfrm>
          <a:prstGeom prst="rec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87DE509-838C-4A54-A4DA-962616635E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42" t="40286" r="57736" b="41458"/>
          <a:stretch/>
        </p:blipFill>
        <p:spPr>
          <a:xfrm>
            <a:off x="7706629" y="408592"/>
            <a:ext cx="902365" cy="245667"/>
          </a:xfrm>
          <a:prstGeom prst="rec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F5F6045-C832-4756-95CF-2E59D0AD9C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118" t="73088" r="57736" b="6917"/>
          <a:stretch/>
        </p:blipFill>
        <p:spPr>
          <a:xfrm>
            <a:off x="9518081" y="1393919"/>
            <a:ext cx="833437" cy="269082"/>
          </a:xfrm>
          <a:prstGeom prst="rec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BC72EB6-9C4C-4C44-8398-283EF4A777EC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>
            <a:off x="6277472" y="1393919"/>
            <a:ext cx="952236" cy="30505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E4484FA1-E532-4619-B02A-EAEA72081B1D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7540349" y="1663001"/>
            <a:ext cx="2394451" cy="34874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8417EB8-F044-47FB-80C3-674A1D3CD281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7444759" y="654259"/>
            <a:ext cx="713053" cy="40734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3224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4A0F2749-14BE-481F-BD2A-B3C2E933819A}"/>
              </a:ext>
            </a:extLst>
          </p:cNvPr>
          <p:cNvSpPr/>
          <p:nvPr/>
        </p:nvSpPr>
        <p:spPr>
          <a:xfrm rot="10800000">
            <a:off x="2484458" y="0"/>
            <a:ext cx="8204223" cy="3333750"/>
          </a:xfrm>
          <a:prstGeom prst="round2Same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B2705B-2470-4E05-9563-9F4A9D6879E1}"/>
              </a:ext>
            </a:extLst>
          </p:cNvPr>
          <p:cNvSpPr txBox="1"/>
          <p:nvPr/>
        </p:nvSpPr>
        <p:spPr>
          <a:xfrm>
            <a:off x="4366705" y="654259"/>
            <a:ext cx="44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AB4A4A-21E3-425D-A37B-887F30EC083F}"/>
              </a:ext>
            </a:extLst>
          </p:cNvPr>
          <p:cNvSpPr txBox="1"/>
          <p:nvPr/>
        </p:nvSpPr>
        <p:spPr>
          <a:xfrm>
            <a:off x="2484458" y="293"/>
            <a:ext cx="1882247" cy="3693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프로그램 바구니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FE1C251-C485-4F69-B3AA-013161BA49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650" r="57736" b="9224"/>
          <a:stretch/>
        </p:blipFill>
        <p:spPr>
          <a:xfrm>
            <a:off x="7545487" y="1393297"/>
            <a:ext cx="1130965" cy="916781"/>
          </a:xfrm>
          <a:prstGeom prst="rec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C2B11EF-046B-4FF4-A144-676D870792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73" r="65520" b="76352"/>
          <a:stretch/>
        </p:blipFill>
        <p:spPr>
          <a:xfrm>
            <a:off x="3454498" y="1724688"/>
            <a:ext cx="922685" cy="254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00CE656-3EFD-4B8A-B88E-37571D2360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58" t="22650" r="57736" b="59094"/>
          <a:stretch/>
        </p:blipFill>
        <p:spPr>
          <a:xfrm>
            <a:off x="5890718" y="1148253"/>
            <a:ext cx="773507" cy="245666"/>
          </a:xfrm>
          <a:prstGeom prst="rect">
            <a:avLst/>
          </a:prstGeom>
          <a:ln w="12700">
            <a:noFill/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87DE509-838C-4A54-A4DA-962616635E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42" t="40286" r="57736" b="41458"/>
          <a:stretch/>
        </p:blipFill>
        <p:spPr>
          <a:xfrm>
            <a:off x="7706629" y="408592"/>
            <a:ext cx="902365" cy="245667"/>
          </a:xfrm>
          <a:prstGeom prst="rect">
            <a:avLst/>
          </a:prstGeom>
          <a:ln w="12700">
            <a:noFill/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F5F6045-C832-4756-95CF-2E59D0AD9C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118" t="73088" r="57736" b="6917"/>
          <a:stretch/>
        </p:blipFill>
        <p:spPr>
          <a:xfrm>
            <a:off x="9518081" y="1393919"/>
            <a:ext cx="833437" cy="269082"/>
          </a:xfrm>
          <a:prstGeom prst="rect">
            <a:avLst/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133297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4A0F2749-14BE-481F-BD2A-B3C2E933819A}"/>
              </a:ext>
            </a:extLst>
          </p:cNvPr>
          <p:cNvSpPr/>
          <p:nvPr/>
        </p:nvSpPr>
        <p:spPr>
          <a:xfrm rot="10800000">
            <a:off x="2484458" y="0"/>
            <a:ext cx="8204223" cy="3333750"/>
          </a:xfrm>
          <a:prstGeom prst="round2Same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B2705B-2470-4E05-9563-9F4A9D6879E1}"/>
              </a:ext>
            </a:extLst>
          </p:cNvPr>
          <p:cNvSpPr txBox="1"/>
          <p:nvPr/>
        </p:nvSpPr>
        <p:spPr>
          <a:xfrm>
            <a:off x="4366705" y="654259"/>
            <a:ext cx="44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AB4A4A-21E3-425D-A37B-887F30EC083F}"/>
              </a:ext>
            </a:extLst>
          </p:cNvPr>
          <p:cNvSpPr txBox="1"/>
          <p:nvPr/>
        </p:nvSpPr>
        <p:spPr>
          <a:xfrm>
            <a:off x="2484458" y="293"/>
            <a:ext cx="1882247" cy="3693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프로그램 바구니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FE1C251-C485-4F69-B3AA-013161BA49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650" r="57736" b="9224"/>
          <a:stretch/>
        </p:blipFill>
        <p:spPr>
          <a:xfrm>
            <a:off x="7545487" y="1393297"/>
            <a:ext cx="1130965" cy="916781"/>
          </a:xfrm>
          <a:prstGeom prst="rec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C2B11EF-046B-4FF4-A144-676D870792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73" r="65520" b="76352"/>
          <a:stretch/>
        </p:blipFill>
        <p:spPr>
          <a:xfrm>
            <a:off x="3454498" y="1724688"/>
            <a:ext cx="922685" cy="254000"/>
          </a:xfrm>
          <a:prstGeom prst="rec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00CE656-3EFD-4B8A-B88E-37571D2360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58" t="22650" r="57736" b="59094"/>
          <a:stretch/>
        </p:blipFill>
        <p:spPr>
          <a:xfrm>
            <a:off x="5890718" y="1148253"/>
            <a:ext cx="773507" cy="245666"/>
          </a:xfrm>
          <a:prstGeom prst="rect">
            <a:avLst/>
          </a:prstGeom>
          <a:ln w="12700">
            <a:noFill/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87DE509-838C-4A54-A4DA-962616635E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42" t="40286" r="57736" b="41458"/>
          <a:stretch/>
        </p:blipFill>
        <p:spPr>
          <a:xfrm>
            <a:off x="7706629" y="408592"/>
            <a:ext cx="902365" cy="245667"/>
          </a:xfrm>
          <a:prstGeom prst="rect">
            <a:avLst/>
          </a:prstGeom>
          <a:ln w="12700">
            <a:noFill/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F5F6045-C832-4756-95CF-2E59D0AD9C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118" t="73088" r="57736" b="6917"/>
          <a:stretch/>
        </p:blipFill>
        <p:spPr>
          <a:xfrm>
            <a:off x="9518081" y="1393919"/>
            <a:ext cx="833437" cy="269082"/>
          </a:xfrm>
          <a:prstGeom prst="rect">
            <a:avLst/>
          </a:prstGeom>
          <a:ln w="12700">
            <a:noFill/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8A50542-EF3E-4F9E-B991-A03AA75AA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675" y="3896842"/>
            <a:ext cx="2675967" cy="1345717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18E9468-F939-47F4-89BA-D7FA8A2B6593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6774180" y="2310078"/>
            <a:ext cx="1336790" cy="19571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48140D5-7C1E-4502-8B49-AE50F2EF8538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3915841" y="1978688"/>
            <a:ext cx="2188203" cy="20093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4A0F2749-14BE-481F-BD2A-B3C2E933819A}"/>
              </a:ext>
            </a:extLst>
          </p:cNvPr>
          <p:cNvSpPr/>
          <p:nvPr/>
        </p:nvSpPr>
        <p:spPr>
          <a:xfrm rot="10800000">
            <a:off x="2484458" y="0"/>
            <a:ext cx="8204223" cy="3333750"/>
          </a:xfrm>
          <a:prstGeom prst="round2Same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B2705B-2470-4E05-9563-9F4A9D6879E1}"/>
              </a:ext>
            </a:extLst>
          </p:cNvPr>
          <p:cNvSpPr txBox="1"/>
          <p:nvPr/>
        </p:nvSpPr>
        <p:spPr>
          <a:xfrm>
            <a:off x="4366705" y="654259"/>
            <a:ext cx="44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AB4A4A-21E3-425D-A37B-887F30EC083F}"/>
              </a:ext>
            </a:extLst>
          </p:cNvPr>
          <p:cNvSpPr txBox="1"/>
          <p:nvPr/>
        </p:nvSpPr>
        <p:spPr>
          <a:xfrm>
            <a:off x="2484458" y="293"/>
            <a:ext cx="1882247" cy="3693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프로그램 바구니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FE1C251-C485-4F69-B3AA-013161BA49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650" r="57736" b="9224"/>
          <a:stretch/>
        </p:blipFill>
        <p:spPr>
          <a:xfrm>
            <a:off x="7545487" y="1393297"/>
            <a:ext cx="1130965" cy="916781"/>
          </a:xfrm>
          <a:prstGeom prst="rect">
            <a:avLst/>
          </a:prstGeom>
          <a:ln w="12700">
            <a:noFill/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C2B11EF-046B-4FF4-A144-676D870792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73" r="65520" b="76352"/>
          <a:stretch/>
        </p:blipFill>
        <p:spPr>
          <a:xfrm>
            <a:off x="3454498" y="1724688"/>
            <a:ext cx="922685" cy="254000"/>
          </a:xfrm>
          <a:prstGeom prst="rect">
            <a:avLst/>
          </a:prstGeom>
          <a:ln w="12700"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00CE656-3EFD-4B8A-B88E-37571D2360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58" t="22650" r="57736" b="59094"/>
          <a:stretch/>
        </p:blipFill>
        <p:spPr>
          <a:xfrm>
            <a:off x="5890718" y="1148253"/>
            <a:ext cx="773507" cy="245666"/>
          </a:xfrm>
          <a:prstGeom prst="rect">
            <a:avLst/>
          </a:prstGeom>
          <a:ln w="12700">
            <a:noFill/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87DE509-838C-4A54-A4DA-962616635E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42" t="40286" r="57736" b="41458"/>
          <a:stretch/>
        </p:blipFill>
        <p:spPr>
          <a:xfrm>
            <a:off x="7706629" y="408592"/>
            <a:ext cx="902365" cy="245667"/>
          </a:xfrm>
          <a:prstGeom prst="rect">
            <a:avLst/>
          </a:prstGeom>
          <a:ln w="12700">
            <a:noFill/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F5F6045-C832-4756-95CF-2E59D0AD9C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118" t="73088" r="57736" b="6917"/>
          <a:stretch/>
        </p:blipFill>
        <p:spPr>
          <a:xfrm>
            <a:off x="9518081" y="1393919"/>
            <a:ext cx="833437" cy="269082"/>
          </a:xfrm>
          <a:prstGeom prst="rect">
            <a:avLst/>
          </a:prstGeom>
          <a:ln w="12700">
            <a:noFill/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8A50542-EF3E-4F9E-B991-A03AA75AA6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5234"/>
          <a:stretch/>
        </p:blipFill>
        <p:spPr>
          <a:xfrm>
            <a:off x="5248585" y="1869314"/>
            <a:ext cx="1197935" cy="1345717"/>
          </a:xfrm>
          <a:prstGeom prst="rec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340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3898501A-F961-40F7-BB27-76F02FDC5E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667" t="11772" b="56702"/>
          <a:stretch/>
        </p:blipFill>
        <p:spPr>
          <a:xfrm>
            <a:off x="6481765" y="470867"/>
            <a:ext cx="3225777" cy="736116"/>
          </a:xfrm>
          <a:prstGeom prst="rect">
            <a:avLst/>
          </a:prstGeom>
          <a:ln w="12700">
            <a:noFill/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541DFCF-47FE-4A9E-A7C0-A698E9D74A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616" r="61698" b="33859"/>
          <a:stretch/>
        </p:blipFill>
        <p:spPr>
          <a:xfrm>
            <a:off x="3446484" y="1445108"/>
            <a:ext cx="2047875" cy="736116"/>
          </a:xfrm>
          <a:prstGeom prst="rect">
            <a:avLst/>
          </a:prstGeom>
          <a:ln w="12700">
            <a:noFill/>
          </a:ln>
        </p:spPr>
      </p:pic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4A0F2749-14BE-481F-BD2A-B3C2E933819A}"/>
              </a:ext>
            </a:extLst>
          </p:cNvPr>
          <p:cNvSpPr/>
          <p:nvPr/>
        </p:nvSpPr>
        <p:spPr>
          <a:xfrm rot="10800000">
            <a:off x="2484458" y="0"/>
            <a:ext cx="8204223" cy="3333750"/>
          </a:xfrm>
          <a:prstGeom prst="round2Same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B2705B-2470-4E05-9563-9F4A9D6879E1}"/>
              </a:ext>
            </a:extLst>
          </p:cNvPr>
          <p:cNvSpPr txBox="1"/>
          <p:nvPr/>
        </p:nvSpPr>
        <p:spPr>
          <a:xfrm>
            <a:off x="4366705" y="654259"/>
            <a:ext cx="44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AB4A4A-21E3-425D-A37B-887F30EC083F}"/>
              </a:ext>
            </a:extLst>
          </p:cNvPr>
          <p:cNvSpPr txBox="1"/>
          <p:nvPr/>
        </p:nvSpPr>
        <p:spPr>
          <a:xfrm>
            <a:off x="2484458" y="293"/>
            <a:ext cx="1882247" cy="3693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증명나무 바구니</a:t>
            </a:r>
          </a:p>
        </p:txBody>
      </p:sp>
    </p:spTree>
    <p:extLst>
      <p:ext uri="{BB962C8B-B14F-4D97-AF65-F5344CB8AC3E}">
        <p14:creationId xmlns:p14="http://schemas.microsoft.com/office/powerpoint/2010/main" val="2544398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3898501A-F961-40F7-BB27-76F02FDC5E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667" t="11772" b="56702"/>
          <a:stretch/>
        </p:blipFill>
        <p:spPr>
          <a:xfrm>
            <a:off x="6481765" y="470867"/>
            <a:ext cx="3225777" cy="736116"/>
          </a:xfrm>
          <a:prstGeom prst="rec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541DFCF-47FE-4A9E-A7C0-A698E9D74A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616" r="61698" b="33859"/>
          <a:stretch/>
        </p:blipFill>
        <p:spPr>
          <a:xfrm>
            <a:off x="3446484" y="1445108"/>
            <a:ext cx="2047875" cy="736116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B7E2B06-85CD-42A7-AA4A-2D4FC413DB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667" b="33829"/>
          <a:stretch/>
        </p:blipFill>
        <p:spPr>
          <a:xfrm>
            <a:off x="5223440" y="4006326"/>
            <a:ext cx="3225777" cy="1545068"/>
          </a:xfrm>
          <a:prstGeom prst="rect">
            <a:avLst/>
          </a:prstGeom>
          <a:ln w="12700">
            <a:noFill/>
          </a:ln>
        </p:spPr>
      </p:pic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4A0F2749-14BE-481F-BD2A-B3C2E933819A}"/>
              </a:ext>
            </a:extLst>
          </p:cNvPr>
          <p:cNvSpPr/>
          <p:nvPr/>
        </p:nvSpPr>
        <p:spPr>
          <a:xfrm rot="10800000">
            <a:off x="2484458" y="0"/>
            <a:ext cx="8204223" cy="3333750"/>
          </a:xfrm>
          <a:prstGeom prst="round2Same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B2705B-2470-4E05-9563-9F4A9D6879E1}"/>
              </a:ext>
            </a:extLst>
          </p:cNvPr>
          <p:cNvSpPr txBox="1"/>
          <p:nvPr/>
        </p:nvSpPr>
        <p:spPr>
          <a:xfrm>
            <a:off x="4366705" y="654259"/>
            <a:ext cx="44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AB4A4A-21E3-425D-A37B-887F30EC083F}"/>
              </a:ext>
            </a:extLst>
          </p:cNvPr>
          <p:cNvSpPr txBox="1"/>
          <p:nvPr/>
        </p:nvSpPr>
        <p:spPr>
          <a:xfrm>
            <a:off x="2484458" y="293"/>
            <a:ext cx="1882247" cy="3693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증명나무 바구니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48A959FF-F88F-4605-9DB7-4ED05EB05FC0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836330" y="1206983"/>
            <a:ext cx="1258324" cy="2963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0079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3898501A-F961-40F7-BB27-76F02FDC5E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667" t="11772" b="56702"/>
          <a:stretch/>
        </p:blipFill>
        <p:spPr>
          <a:xfrm>
            <a:off x="6481765" y="470867"/>
            <a:ext cx="3225777" cy="736116"/>
          </a:xfrm>
          <a:prstGeom prst="rect">
            <a:avLst/>
          </a:prstGeom>
          <a:ln w="12700">
            <a:noFill/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541DFCF-47FE-4A9E-A7C0-A698E9D74A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616" r="61698" b="33859"/>
          <a:stretch/>
        </p:blipFill>
        <p:spPr>
          <a:xfrm>
            <a:off x="3446484" y="1445108"/>
            <a:ext cx="2047875" cy="736116"/>
          </a:xfrm>
          <a:prstGeom prst="rect">
            <a:avLst/>
          </a:prstGeom>
          <a:ln w="12700">
            <a:noFill/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B7E2B06-85CD-42A7-AA4A-2D4FC413DB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667" t="7710" b="33829"/>
          <a:stretch/>
        </p:blipFill>
        <p:spPr>
          <a:xfrm>
            <a:off x="6286241" y="1677851"/>
            <a:ext cx="3225777" cy="1365050"/>
          </a:xfrm>
          <a:prstGeom prst="rec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</p:pic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4A0F2749-14BE-481F-BD2A-B3C2E933819A}"/>
              </a:ext>
            </a:extLst>
          </p:cNvPr>
          <p:cNvSpPr/>
          <p:nvPr/>
        </p:nvSpPr>
        <p:spPr>
          <a:xfrm rot="10800000">
            <a:off x="2484458" y="0"/>
            <a:ext cx="8204223" cy="3333750"/>
          </a:xfrm>
          <a:prstGeom prst="round2Same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B2705B-2470-4E05-9563-9F4A9D6879E1}"/>
              </a:ext>
            </a:extLst>
          </p:cNvPr>
          <p:cNvSpPr txBox="1"/>
          <p:nvPr/>
        </p:nvSpPr>
        <p:spPr>
          <a:xfrm>
            <a:off x="4366705" y="654259"/>
            <a:ext cx="44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AB4A4A-21E3-425D-A37B-887F30EC083F}"/>
              </a:ext>
            </a:extLst>
          </p:cNvPr>
          <p:cNvSpPr txBox="1"/>
          <p:nvPr/>
        </p:nvSpPr>
        <p:spPr>
          <a:xfrm>
            <a:off x="2484458" y="293"/>
            <a:ext cx="1882247" cy="3693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증명나무 바구니</a:t>
            </a:r>
          </a:p>
        </p:txBody>
      </p:sp>
    </p:spTree>
    <p:extLst>
      <p:ext uri="{BB962C8B-B14F-4D97-AF65-F5344CB8AC3E}">
        <p14:creationId xmlns:p14="http://schemas.microsoft.com/office/powerpoint/2010/main" val="2846461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397CA160-9FC6-4806-928D-6080DABE6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033" y="4052163"/>
            <a:ext cx="5346655" cy="233497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898501A-F961-40F7-BB27-76F02FDC5E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667" t="11772" b="56702"/>
          <a:stretch/>
        </p:blipFill>
        <p:spPr>
          <a:xfrm>
            <a:off x="6481765" y="470867"/>
            <a:ext cx="3225777" cy="736116"/>
          </a:xfrm>
          <a:prstGeom prst="rect">
            <a:avLst/>
          </a:prstGeom>
          <a:ln w="12700">
            <a:noFill/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541DFCF-47FE-4A9E-A7C0-A698E9D74A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616" r="61698" b="33859"/>
          <a:stretch/>
        </p:blipFill>
        <p:spPr>
          <a:xfrm>
            <a:off x="3446484" y="1445108"/>
            <a:ext cx="2047875" cy="736116"/>
          </a:xfrm>
          <a:prstGeom prst="rec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B7E2B06-85CD-42A7-AA4A-2D4FC413DB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667" t="7710" b="33829"/>
          <a:stretch/>
        </p:blipFill>
        <p:spPr>
          <a:xfrm>
            <a:off x="6286241" y="1677851"/>
            <a:ext cx="3225777" cy="1365050"/>
          </a:xfrm>
          <a:prstGeom prst="rec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</p:pic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4A0F2749-14BE-481F-BD2A-B3C2E933819A}"/>
              </a:ext>
            </a:extLst>
          </p:cNvPr>
          <p:cNvSpPr/>
          <p:nvPr/>
        </p:nvSpPr>
        <p:spPr>
          <a:xfrm rot="10800000">
            <a:off x="2484458" y="0"/>
            <a:ext cx="8204223" cy="3333750"/>
          </a:xfrm>
          <a:prstGeom prst="round2Same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B2705B-2470-4E05-9563-9F4A9D6879E1}"/>
              </a:ext>
            </a:extLst>
          </p:cNvPr>
          <p:cNvSpPr txBox="1"/>
          <p:nvPr/>
        </p:nvSpPr>
        <p:spPr>
          <a:xfrm>
            <a:off x="4366705" y="654259"/>
            <a:ext cx="44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AB4A4A-21E3-425D-A37B-887F30EC083F}"/>
              </a:ext>
            </a:extLst>
          </p:cNvPr>
          <p:cNvSpPr txBox="1"/>
          <p:nvPr/>
        </p:nvSpPr>
        <p:spPr>
          <a:xfrm>
            <a:off x="2484458" y="293"/>
            <a:ext cx="1882247" cy="3693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증명나무 바구니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3D258D2-68B8-4EC9-8219-F82D3D2DE027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470422" y="2181224"/>
            <a:ext cx="512125" cy="2597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C373572-6FEB-4AC5-8E2B-A69210A83853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7660434" y="3042901"/>
            <a:ext cx="238696" cy="11185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9628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397CA160-9FC6-4806-928D-6080DABE6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47" y="119921"/>
            <a:ext cx="5346655" cy="233497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E2BBB52-5855-45E0-8AD6-5ABD0E0AA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47" y="3217432"/>
            <a:ext cx="5346655" cy="2334970"/>
          </a:xfrm>
          <a:prstGeom prst="rect">
            <a:avLst/>
          </a:prstGeom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C6432E8A-5DA9-4FE1-A76B-4AE6604CB339}"/>
              </a:ext>
            </a:extLst>
          </p:cNvPr>
          <p:cNvSpPr/>
          <p:nvPr/>
        </p:nvSpPr>
        <p:spPr>
          <a:xfrm>
            <a:off x="4499151" y="3936569"/>
            <a:ext cx="300038" cy="3000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D2AC514-ACE6-439B-AC5F-ADE2C2D5C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635" y="0"/>
            <a:ext cx="5346655" cy="2334970"/>
          </a:xfrm>
          <a:prstGeom prst="rect">
            <a:avLst/>
          </a:prstGeom>
        </p:spPr>
      </p:pic>
      <p:sp>
        <p:nvSpPr>
          <p:cNvPr id="20" name="타원 19">
            <a:extLst>
              <a:ext uri="{FF2B5EF4-FFF2-40B4-BE49-F238E27FC236}">
                <a16:creationId xmlns:a16="http://schemas.microsoft.com/office/drawing/2014/main" id="{5040399B-7213-4FC4-A3CD-9F964FC8CEDE}"/>
              </a:ext>
            </a:extLst>
          </p:cNvPr>
          <p:cNvSpPr/>
          <p:nvPr/>
        </p:nvSpPr>
        <p:spPr>
          <a:xfrm>
            <a:off x="7368458" y="1287406"/>
            <a:ext cx="587103" cy="3000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F89E6F6-11A0-48F9-9729-19F9D974C795}"/>
              </a:ext>
            </a:extLst>
          </p:cNvPr>
          <p:cNvSpPr/>
          <p:nvPr/>
        </p:nvSpPr>
        <p:spPr>
          <a:xfrm>
            <a:off x="8123755" y="1107414"/>
            <a:ext cx="587103" cy="3000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DE82EF6-ECD1-4CCD-B2D3-0D24F8FD3601}"/>
              </a:ext>
            </a:extLst>
          </p:cNvPr>
          <p:cNvCxnSpPr>
            <a:cxnSpLocks/>
          </p:cNvCxnSpPr>
          <p:nvPr/>
        </p:nvCxnSpPr>
        <p:spPr>
          <a:xfrm flipV="1">
            <a:off x="7955561" y="1332557"/>
            <a:ext cx="212049" cy="10486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그림 27">
            <a:extLst>
              <a:ext uri="{FF2B5EF4-FFF2-40B4-BE49-F238E27FC236}">
                <a16:creationId xmlns:a16="http://schemas.microsoft.com/office/drawing/2014/main" id="{0D8A2FF3-45E2-456D-8D68-624332F11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635" y="3217432"/>
            <a:ext cx="5346655" cy="2334970"/>
          </a:xfrm>
          <a:prstGeom prst="rect">
            <a:avLst/>
          </a:prstGeom>
        </p:spPr>
      </p:pic>
      <p:sp>
        <p:nvSpPr>
          <p:cNvPr id="30" name="타원 29">
            <a:extLst>
              <a:ext uri="{FF2B5EF4-FFF2-40B4-BE49-F238E27FC236}">
                <a16:creationId xmlns:a16="http://schemas.microsoft.com/office/drawing/2014/main" id="{548DDDE4-6795-4C6A-82C0-3AE379D42427}"/>
              </a:ext>
            </a:extLst>
          </p:cNvPr>
          <p:cNvSpPr/>
          <p:nvPr/>
        </p:nvSpPr>
        <p:spPr>
          <a:xfrm>
            <a:off x="6537878" y="4495426"/>
            <a:ext cx="587103" cy="3000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687690B1-6BDC-4A2C-98D8-D27862936BAA}"/>
              </a:ext>
            </a:extLst>
          </p:cNvPr>
          <p:cNvSpPr/>
          <p:nvPr/>
        </p:nvSpPr>
        <p:spPr>
          <a:xfrm>
            <a:off x="7368458" y="4495426"/>
            <a:ext cx="587103" cy="3000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A4E37EA-F76D-4A69-B170-C3DAC374E354}"/>
              </a:ext>
            </a:extLst>
          </p:cNvPr>
          <p:cNvCxnSpPr>
            <a:cxnSpLocks/>
          </p:cNvCxnSpPr>
          <p:nvPr/>
        </p:nvCxnSpPr>
        <p:spPr>
          <a:xfrm>
            <a:off x="7082118" y="4726262"/>
            <a:ext cx="329456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2015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ADF88C2-DCBD-48CF-A259-5CFC15126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47" y="119921"/>
            <a:ext cx="5346655" cy="23349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771116-2FA4-4D57-BEFA-36740C5C6472}"/>
              </a:ext>
            </a:extLst>
          </p:cNvPr>
          <p:cNvSpPr txBox="1"/>
          <p:nvPr/>
        </p:nvSpPr>
        <p:spPr>
          <a:xfrm>
            <a:off x="6524978" y="903111"/>
            <a:ext cx="221086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nsolas" panose="020B0609020204030204" pitchFamily="49" charset="0"/>
              </a:rPr>
              <a:t>{x: 1} |- x =&gt; 1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{x: 2} |- x =&gt; 2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{x: 3} |- x =&gt; 3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{x: 4} |- x =&gt; 4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︙</a:t>
            </a:r>
            <a:endParaRPr lang="ko-KR" altLang="en-US" dirty="0">
              <a:latin typeface="Consolas" panose="020B0609020204030204" pitchFamily="49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0A8E621-25C4-4377-8978-60A2689C0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553" y="2884409"/>
            <a:ext cx="1575126" cy="108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921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64BD6642-3330-42BB-9FD0-3D1A3D40C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395" y="507614"/>
            <a:ext cx="3151330" cy="87002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01EEEEF-5014-4A37-90BE-029A6473F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24" y="2645161"/>
            <a:ext cx="3159349" cy="123086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76EC912-0B21-4730-BF9F-0B3B9E648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736" y="373489"/>
            <a:ext cx="3151330" cy="104643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62576F4-E4D3-48DC-B9A1-84B8E346E4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2171" y="2886589"/>
            <a:ext cx="3155340" cy="141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752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86AF35-D6F5-4B0B-B7DF-C496D624EACD}"/>
              </a:ext>
            </a:extLst>
          </p:cNvPr>
          <p:cNvSpPr txBox="1"/>
          <p:nvPr/>
        </p:nvSpPr>
        <p:spPr>
          <a:xfrm>
            <a:off x="298450" y="178314"/>
            <a:ext cx="105727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onsolas" panose="020B0609020204030204" pitchFamily="49" charset="0"/>
              </a:rPr>
              <a:t>                                -----------------------   -----------------------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                        </a:t>
            </a:r>
            <a:r>
              <a:rPr lang="en-US" altLang="ko-KR" dirty="0">
                <a:solidFill>
                  <a:srgbClr val="FF0000"/>
                </a:solidFill>
                <a:latin typeface="Consolas" panose="020B0609020204030204" pitchFamily="49" charset="0"/>
              </a:rPr>
              <a:t>(1, 1) </a:t>
            </a:r>
            <a:r>
              <a:rPr lang="en-US" altLang="ko-KR" dirty="0">
                <a:latin typeface="Consolas" panose="020B0609020204030204" pitchFamily="49" charset="0"/>
              </a:rPr>
              <a:t>{x: 1} |- x =&gt; 1   </a:t>
            </a:r>
            <a:r>
              <a:rPr lang="en-US" altLang="ko-KR" dirty="0">
                <a:solidFill>
                  <a:srgbClr val="FF0000"/>
                </a:solidFill>
                <a:latin typeface="Consolas" panose="020B0609020204030204" pitchFamily="49" charset="0"/>
              </a:rPr>
              <a:t>(1, 1) </a:t>
            </a:r>
            <a:r>
              <a:rPr lang="en-US" altLang="ko-KR" dirty="0">
                <a:latin typeface="Consolas" panose="020B0609020204030204" pitchFamily="49" charset="0"/>
              </a:rPr>
              <a:t>{x: 1} |- 1 =&gt; 1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                        -------------------------------------------------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-------------------                  </a:t>
            </a:r>
            <a:r>
              <a:rPr lang="en-US" altLang="ko-KR" dirty="0">
                <a:solidFill>
                  <a:srgbClr val="FF0000"/>
                </a:solidFill>
                <a:latin typeface="Consolas" panose="020B0609020204030204" pitchFamily="49" charset="0"/>
              </a:rPr>
              <a:t>(3, 3) </a:t>
            </a:r>
            <a:r>
              <a:rPr lang="en-US" altLang="ko-KR" dirty="0">
                <a:latin typeface="Consolas" panose="020B0609020204030204" pitchFamily="49" charset="0"/>
              </a:rPr>
              <a:t>{x: 1} |- (x &lt; 1) =&gt; 0       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</a:t>
            </a:r>
            <a:r>
              <a:rPr lang="en-US" altLang="ko-KR" dirty="0">
                <a:solidFill>
                  <a:srgbClr val="FF0000"/>
                </a:solidFill>
                <a:latin typeface="Consolas" panose="020B0609020204030204" pitchFamily="49" charset="0"/>
              </a:rPr>
              <a:t>(1, 1) </a:t>
            </a:r>
            <a:r>
              <a:rPr lang="en-US" altLang="ko-KR" dirty="0">
                <a:latin typeface="Consolas" panose="020B0609020204030204" pitchFamily="49" charset="0"/>
              </a:rPr>
              <a:t>{} |- 1 =&gt; 1        -------------------------------------------------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-----------------------------       </a:t>
            </a:r>
            <a:r>
              <a:rPr lang="en-US" altLang="ko-KR" dirty="0">
                <a:solidFill>
                  <a:srgbClr val="FF0000"/>
                </a:solidFill>
                <a:latin typeface="Consolas" panose="020B0609020204030204" pitchFamily="49" charset="0"/>
              </a:rPr>
              <a:t>(8, 4) </a:t>
            </a:r>
            <a:r>
              <a:rPr lang="en-US" altLang="ko-KR" dirty="0">
                <a:latin typeface="Consolas" panose="020B0609020204030204" pitchFamily="49" charset="0"/>
              </a:rPr>
              <a:t>{x: 1} |- while (x &lt; 1)  =&gt; {x: 1} </a:t>
            </a:r>
          </a:p>
          <a:p>
            <a:r>
              <a:rPr lang="en-US" altLang="ko-KR" dirty="0">
                <a:solidFill>
                  <a:srgbClr val="FF0000"/>
                </a:solidFill>
                <a:latin typeface="Consolas" panose="020B0609020204030204" pitchFamily="49" charset="0"/>
              </a:rPr>
              <a:t>(2, 2) </a:t>
            </a:r>
            <a:r>
              <a:rPr lang="en-US" altLang="ko-KR" dirty="0">
                <a:latin typeface="Consolas" panose="020B0609020204030204" pitchFamily="49" charset="0"/>
              </a:rPr>
              <a:t>{} |- x := 1 =&gt; {x: 1}                          x := (x + 1)           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---------------------------------------------------------------------------------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              </a:t>
            </a:r>
            <a:r>
              <a:rPr lang="en-US" altLang="ko-KR" dirty="0">
                <a:solidFill>
                  <a:srgbClr val="FF0000"/>
                </a:solidFill>
                <a:latin typeface="Consolas" panose="020B0609020204030204" pitchFamily="49" charset="0"/>
              </a:rPr>
              <a:t>(11, 7)</a:t>
            </a:r>
            <a:r>
              <a:rPr lang="en-US" altLang="ko-KR" dirty="0">
                <a:latin typeface="Consolas" panose="020B0609020204030204" pitchFamily="49" charset="0"/>
              </a:rPr>
              <a:t> {} |- x := 1;        =&gt; {x: 1}               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                            while (x &lt; 1) 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                                  x := (x + 1)</a:t>
            </a:r>
            <a:endParaRPr lang="ko-KR" altLang="en-US" dirty="0">
              <a:latin typeface="Consolas" panose="020B0609020204030204" pitchFamily="49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A840257-62DF-4405-8A7A-9B6BBA706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875" y="3540365"/>
            <a:ext cx="8284925" cy="252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727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D783503-7554-4C0B-958B-CE3AE31CEAB2}"/>
              </a:ext>
            </a:extLst>
          </p:cNvPr>
          <p:cNvSpPr/>
          <p:nvPr/>
        </p:nvSpPr>
        <p:spPr>
          <a:xfrm>
            <a:off x="1727200" y="1275646"/>
            <a:ext cx="24765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Consolas" panose="020B0609020204030204" pitchFamily="49" charset="0"/>
              </a:rPr>
              <a:t>while 0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x := 1;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while 0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    x := 0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999A84A-25B1-49BF-A242-06859981091B}"/>
              </a:ext>
            </a:extLst>
          </p:cNvPr>
          <p:cNvSpPr/>
          <p:nvPr/>
        </p:nvSpPr>
        <p:spPr>
          <a:xfrm>
            <a:off x="5511802" y="1148646"/>
            <a:ext cx="24765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ko-KR" dirty="0">
              <a:latin typeface="Consolas" panose="020B0609020204030204" pitchFamily="49" charset="0"/>
            </a:endParaRPr>
          </a:p>
          <a:p>
            <a:r>
              <a:rPr lang="en-US" altLang="ko-KR" dirty="0">
                <a:latin typeface="Consolas" panose="020B0609020204030204" pitchFamily="49" charset="0"/>
              </a:rPr>
              <a:t>x := 1;</a:t>
            </a:r>
          </a:p>
          <a:p>
            <a:r>
              <a:rPr lang="en-US" altLang="ko-KR">
                <a:latin typeface="Consolas" panose="020B0609020204030204" pitchFamily="49" charset="0"/>
              </a:rPr>
              <a:t>while x</a:t>
            </a:r>
            <a:endParaRPr lang="en-US" altLang="ko-KR" dirty="0">
              <a:latin typeface="Consolas" panose="020B0609020204030204" pitchFamily="49" charset="0"/>
            </a:endParaRPr>
          </a:p>
          <a:p>
            <a:r>
              <a:rPr lang="en-US" altLang="ko-KR" dirty="0">
                <a:latin typeface="Consolas" panose="020B0609020204030204" pitchFamily="49" charset="0"/>
              </a:rPr>
              <a:t>  x := 0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BD8A9C7-55E9-4F6A-87A1-7AF1FF2C81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6949" b="4498"/>
          <a:stretch/>
        </p:blipFill>
        <p:spPr>
          <a:xfrm>
            <a:off x="2965450" y="3293306"/>
            <a:ext cx="1595230" cy="126345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C5F824A-5D62-4343-B9B9-F4F8598F16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880" r="51207" b="5938"/>
          <a:stretch/>
        </p:blipFill>
        <p:spPr>
          <a:xfrm>
            <a:off x="6037979" y="3589020"/>
            <a:ext cx="1231501" cy="92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07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236</Words>
  <Application>Microsoft Office PowerPoint</Application>
  <PresentationFormat>와이드스크린</PresentationFormat>
  <Paragraphs>42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JungWonJun</dc:creator>
  <cp:lastModifiedBy>JungWonJun</cp:lastModifiedBy>
  <cp:revision>20</cp:revision>
  <dcterms:created xsi:type="dcterms:W3CDTF">2026-05-14T14:21:37Z</dcterms:created>
  <dcterms:modified xsi:type="dcterms:W3CDTF">2026-05-14T18:44:27Z</dcterms:modified>
</cp:coreProperties>
</file>